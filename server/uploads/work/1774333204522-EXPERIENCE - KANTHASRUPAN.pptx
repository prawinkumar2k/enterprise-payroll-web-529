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mailto:admin@searchfirst.ai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6992" y="1371346"/>
            <a:ext cx="8401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10" dirty="0">
                <a:solidFill>
                  <a:srgbClr val="221F1F"/>
                </a:solidFill>
                <a:latin typeface="Trebuchet MS"/>
                <a:cs typeface="Trebuchet MS"/>
              </a:rPr>
              <a:t>Techologies</a:t>
            </a:r>
            <a:r>
              <a:rPr sz="700" spc="25" dirty="0">
                <a:solidFill>
                  <a:srgbClr val="221F1F"/>
                </a:solidFill>
                <a:latin typeface="Trebuchet MS"/>
                <a:cs typeface="Trebuchet MS"/>
              </a:rPr>
              <a:t> </a:t>
            </a:r>
            <a:r>
              <a:rPr sz="700" spc="-95" dirty="0">
                <a:solidFill>
                  <a:srgbClr val="221F1F"/>
                </a:solidFill>
                <a:latin typeface="Trebuchet MS"/>
                <a:cs typeface="Trebuchet MS"/>
              </a:rPr>
              <a:t>private</a:t>
            </a:r>
            <a:r>
              <a:rPr sz="700" spc="15" dirty="0">
                <a:solidFill>
                  <a:srgbClr val="221F1F"/>
                </a:solidFill>
                <a:latin typeface="Trebuchet MS"/>
                <a:cs typeface="Trebuchet MS"/>
              </a:rPr>
              <a:t> </a:t>
            </a:r>
            <a:r>
              <a:rPr sz="700" spc="-80" dirty="0">
                <a:solidFill>
                  <a:srgbClr val="221F1F"/>
                </a:solidFill>
                <a:latin typeface="Trebuchet MS"/>
                <a:cs typeface="Trebuchet MS"/>
              </a:rPr>
              <a:t>limited.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42738" y="869949"/>
            <a:ext cx="12338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5" dirty="0">
                <a:solidFill>
                  <a:srgbClr val="16497D"/>
                </a:solidFill>
                <a:latin typeface="Trebuchet MS"/>
                <a:cs typeface="Trebuchet MS"/>
              </a:rPr>
              <a:t>https://searchfirst.ai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7121" y="1170177"/>
            <a:ext cx="1209675" cy="47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0" dirty="0">
                <a:solidFill>
                  <a:srgbClr val="16497D"/>
                </a:solidFill>
                <a:latin typeface="Trebuchet MS"/>
                <a:cs typeface="Trebuchet MS"/>
                <a:hlinkClick r:id="rId2"/>
              </a:rPr>
              <a:t>admin@searchfirst.ai</a:t>
            </a:r>
            <a:endParaRPr sz="1100">
              <a:latin typeface="Trebuchet MS"/>
              <a:cs typeface="Trebuchet MS"/>
            </a:endParaRPr>
          </a:p>
          <a:p>
            <a:pPr marL="17145">
              <a:lnSpc>
                <a:spcPct val="100000"/>
              </a:lnSpc>
              <a:spcBef>
                <a:spcPts val="915"/>
              </a:spcBef>
            </a:pPr>
            <a:r>
              <a:rPr sz="1100" spc="-30" dirty="0">
                <a:solidFill>
                  <a:srgbClr val="16497D"/>
                </a:solidFill>
                <a:latin typeface="Trebuchet MS"/>
                <a:cs typeface="Trebuchet MS"/>
              </a:rPr>
              <a:t>+91-</a:t>
            </a:r>
            <a:r>
              <a:rPr sz="1100" spc="-6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16497D"/>
                </a:solidFill>
                <a:latin typeface="Trebuchet MS"/>
                <a:cs typeface="Trebuchet MS"/>
              </a:rPr>
              <a:t>9500979113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1279" y="2127250"/>
            <a:ext cx="1680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EXPERIENCE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LETTER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932" y="2493009"/>
            <a:ext cx="6268720" cy="34916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Date: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01/05/2026</a:t>
            </a:r>
            <a:endParaRPr sz="1300" dirty="0">
              <a:latin typeface="Times New Roman"/>
              <a:cs typeface="Times New Roman"/>
            </a:endParaRPr>
          </a:p>
          <a:p>
            <a:pPr marL="238125" algn="ctr">
              <a:lnSpc>
                <a:spcPct val="100000"/>
              </a:lnSpc>
              <a:spcBef>
                <a:spcPts val="1440"/>
              </a:spcBef>
            </a:pPr>
            <a:r>
              <a:rPr sz="1300" b="1" dirty="0">
                <a:latin typeface="Times New Roman"/>
                <a:cs typeface="Times New Roman"/>
              </a:rPr>
              <a:t>TO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WHOMSOEVER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IT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MAY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CONCERN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 marL="12700" marR="189865" algn="just">
              <a:lnSpc>
                <a:spcPct val="95800"/>
              </a:lnSpc>
            </a:pP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certify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that </a:t>
            </a:r>
            <a:r>
              <a:rPr sz="1300" b="1" dirty="0">
                <a:latin typeface="Times New Roman"/>
                <a:cs typeface="Times New Roman"/>
              </a:rPr>
              <a:t>Mr.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Kanthasrupan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T </a:t>
            </a:r>
            <a:r>
              <a:rPr sz="1300" dirty="0">
                <a:latin typeface="Times New Roman"/>
                <a:cs typeface="Times New Roman"/>
              </a:rPr>
              <a:t>was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employed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SearchFirst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Technologies </a:t>
            </a:r>
            <a:r>
              <a:rPr sz="1300" b="1" dirty="0">
                <a:latin typeface="Times New Roman"/>
                <a:cs typeface="Times New Roman"/>
              </a:rPr>
              <a:t>Private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Limited</a:t>
            </a:r>
            <a:r>
              <a:rPr sz="1300" b="1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UI/UX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Designer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Designing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Department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02/05/2025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to </a:t>
            </a:r>
            <a:r>
              <a:rPr sz="1300" spc="-10" dirty="0">
                <a:latin typeface="Times New Roman"/>
                <a:cs typeface="Times New Roman"/>
              </a:rPr>
              <a:t>01/05/2026.</a:t>
            </a:r>
            <a:endParaRPr sz="13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43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2700" algn="just">
              <a:lnSpc>
                <a:spcPts val="1525"/>
              </a:lnSpc>
            </a:pPr>
            <a:r>
              <a:rPr sz="1300" dirty="0">
                <a:latin typeface="Times New Roman"/>
                <a:cs typeface="Times New Roman"/>
              </a:rPr>
              <a:t>During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his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tenure,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was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responsible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for:</a:t>
            </a:r>
            <a:endParaRPr sz="13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ts val="1495"/>
              </a:lnSpc>
              <a:buSzPct val="76923"/>
              <a:buFont typeface="Symbol"/>
              <a:buChar char="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Designing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user-</a:t>
            </a:r>
            <a:r>
              <a:rPr sz="1300" dirty="0">
                <a:latin typeface="Times New Roman"/>
                <a:cs typeface="Times New Roman"/>
              </a:rPr>
              <a:t>friendly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interfaces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web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mobile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applications</a:t>
            </a:r>
            <a:endParaRPr sz="13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ts val="1495"/>
              </a:lnSpc>
              <a:buSzPct val="76923"/>
              <a:buFont typeface="Symbol"/>
              <a:buChar char="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Creating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wireframes,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prototypes,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user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flows</a:t>
            </a:r>
            <a:endParaRPr sz="13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ts val="1495"/>
              </a:lnSpc>
              <a:buSzPct val="76923"/>
              <a:buFont typeface="Symbol"/>
              <a:buChar char="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Collaborating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developers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implement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design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solutions</a:t>
            </a:r>
            <a:endParaRPr sz="13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ts val="1495"/>
              </a:lnSpc>
              <a:buSzPct val="76923"/>
              <a:buFont typeface="Symbol"/>
              <a:buChar char="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Conducting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usability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testing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improving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user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experience</a:t>
            </a:r>
            <a:endParaRPr sz="1300" dirty="0">
              <a:latin typeface="Times New Roman"/>
              <a:cs typeface="Times New Roman"/>
            </a:endParaRPr>
          </a:p>
          <a:p>
            <a:pPr marL="469265" indent="-227965" algn="just">
              <a:lnSpc>
                <a:spcPts val="1495"/>
              </a:lnSpc>
              <a:buSzPct val="76923"/>
              <a:buFont typeface="Symbol"/>
              <a:buChar char=""/>
              <a:tabLst>
                <a:tab pos="469265" algn="l"/>
              </a:tabLst>
            </a:pPr>
            <a:r>
              <a:rPr sz="1300" spc="-10" dirty="0">
                <a:latin typeface="Times New Roman"/>
                <a:cs typeface="Times New Roman"/>
              </a:rPr>
              <a:t>Maintaining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consistency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design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systems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branding</a:t>
            </a:r>
            <a:endParaRPr sz="13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1500"/>
              </a:lnSpc>
              <a:spcBef>
                <a:spcPts val="70"/>
              </a:spcBef>
            </a:pPr>
            <a:r>
              <a:rPr sz="1300" dirty="0">
                <a:latin typeface="Times New Roman"/>
                <a:cs typeface="Times New Roman"/>
              </a:rPr>
              <a:t>He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has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demonstrated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good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technical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skills,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creativity,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professionalism.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His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conduct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during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period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employment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was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satisfactory.</a:t>
            </a:r>
            <a:endParaRPr sz="1300" dirty="0">
              <a:latin typeface="Times New Roman"/>
              <a:cs typeface="Times New Roman"/>
            </a:endParaRPr>
          </a:p>
          <a:p>
            <a:pPr marL="12700" algn="just">
              <a:lnSpc>
                <a:spcPts val="1450"/>
              </a:lnSpc>
            </a:pPr>
            <a:r>
              <a:rPr sz="1300" dirty="0">
                <a:latin typeface="Times New Roman"/>
                <a:cs typeface="Times New Roman"/>
              </a:rPr>
              <a:t>We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wish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him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success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his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future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endeavours.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932" y="6861428"/>
            <a:ext cx="32613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For</a:t>
            </a:r>
            <a:r>
              <a:rPr sz="1300" b="1" spc="-10" dirty="0">
                <a:latin typeface="Times New Roman"/>
                <a:cs typeface="Times New Roman"/>
              </a:rPr>
              <a:t> SearchFirst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Technologies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Private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Limited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6932" y="7809738"/>
            <a:ext cx="12541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Prawin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Kumar</a:t>
            </a:r>
            <a:r>
              <a:rPr sz="1300" b="1" spc="-50" dirty="0">
                <a:latin typeface="Times New Roman"/>
                <a:cs typeface="Times New Roman"/>
              </a:rPr>
              <a:t> 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364" y="9453473"/>
            <a:ext cx="6211570" cy="6959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R="64135" algn="ctr">
              <a:lnSpc>
                <a:spcPct val="100000"/>
              </a:lnSpc>
              <a:spcBef>
                <a:spcPts val="1060"/>
              </a:spcBef>
            </a:pPr>
            <a:r>
              <a:rPr sz="1400" b="1" spc="-105" dirty="0">
                <a:solidFill>
                  <a:srgbClr val="16497D"/>
                </a:solidFill>
                <a:latin typeface="Trebuchet MS"/>
                <a:cs typeface="Trebuchet MS"/>
              </a:rPr>
              <a:t>SearchFirst</a:t>
            </a:r>
            <a:r>
              <a:rPr sz="1400" b="1" spc="-5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b="1" spc="-114" dirty="0">
                <a:solidFill>
                  <a:srgbClr val="16497D"/>
                </a:solidFill>
                <a:latin typeface="Trebuchet MS"/>
                <a:cs typeface="Trebuchet MS"/>
              </a:rPr>
              <a:t>Technologies</a:t>
            </a:r>
            <a:r>
              <a:rPr sz="1400" b="1" spc="55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b="1" spc="-100" dirty="0">
                <a:solidFill>
                  <a:srgbClr val="16497D"/>
                </a:solidFill>
                <a:latin typeface="Trebuchet MS"/>
                <a:cs typeface="Trebuchet MS"/>
              </a:rPr>
              <a:t>Private</a:t>
            </a:r>
            <a:r>
              <a:rPr sz="1400" b="1" spc="7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6497D"/>
                </a:solidFill>
                <a:latin typeface="Trebuchet MS"/>
                <a:cs typeface="Trebuchet MS"/>
              </a:rPr>
              <a:t>Limited,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400" b="1" spc="-85" dirty="0">
                <a:solidFill>
                  <a:srgbClr val="16497D"/>
                </a:solidFill>
                <a:latin typeface="Trebuchet MS"/>
                <a:cs typeface="Trebuchet MS"/>
              </a:rPr>
              <a:t>Address:</a:t>
            </a:r>
            <a:r>
              <a:rPr sz="1400" b="1" spc="-65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16497D"/>
                </a:solidFill>
                <a:latin typeface="Trebuchet MS"/>
                <a:cs typeface="Trebuchet MS"/>
              </a:rPr>
              <a:t>R.NO</a:t>
            </a:r>
            <a:r>
              <a:rPr sz="1400" spc="15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16497D"/>
                </a:solidFill>
                <a:latin typeface="Trebuchet MS"/>
                <a:cs typeface="Trebuchet MS"/>
              </a:rPr>
              <a:t>162/3A,39</a:t>
            </a:r>
            <a:r>
              <a:rPr sz="1400" spc="15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16497D"/>
                </a:solidFill>
                <a:latin typeface="Trebuchet MS"/>
                <a:cs typeface="Trebuchet MS"/>
              </a:rPr>
              <a:t>S.NO.52,</a:t>
            </a:r>
            <a:r>
              <a:rPr sz="1400" spc="1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16497D"/>
                </a:solidFill>
                <a:latin typeface="Trebuchet MS"/>
                <a:cs typeface="Trebuchet MS"/>
              </a:rPr>
              <a:t>DINY</a:t>
            </a:r>
            <a:r>
              <a:rPr sz="1400" spc="4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16497D"/>
                </a:solidFill>
                <a:latin typeface="Trebuchet MS"/>
                <a:cs typeface="Trebuchet MS"/>
              </a:rPr>
              <a:t>VILLAGE,</a:t>
            </a:r>
            <a:r>
              <a:rPr sz="1400" spc="2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16497D"/>
                </a:solidFill>
                <a:latin typeface="Trebuchet MS"/>
                <a:cs typeface="Trebuchet MS"/>
              </a:rPr>
              <a:t>Thindal,</a:t>
            </a:r>
            <a:r>
              <a:rPr sz="1400" spc="-4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16497D"/>
                </a:solidFill>
                <a:latin typeface="Trebuchet MS"/>
                <a:cs typeface="Trebuchet MS"/>
              </a:rPr>
              <a:t>Erode</a:t>
            </a:r>
            <a:r>
              <a:rPr sz="1400" spc="-20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16497D"/>
                </a:solidFill>
                <a:latin typeface="Trebuchet MS"/>
                <a:cs typeface="Trebuchet MS"/>
              </a:rPr>
              <a:t>638012,</a:t>
            </a:r>
            <a:r>
              <a:rPr sz="1400" spc="-100" dirty="0">
                <a:solidFill>
                  <a:srgbClr val="16497D"/>
                </a:solidFill>
                <a:latin typeface="Trebuchet MS"/>
                <a:cs typeface="Trebuchet MS"/>
              </a:rPr>
              <a:t> Tamil</a:t>
            </a:r>
            <a:r>
              <a:rPr sz="1400" spc="-15" dirty="0">
                <a:solidFill>
                  <a:srgbClr val="16497D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16497D"/>
                </a:solidFill>
                <a:latin typeface="Trebuchet MS"/>
                <a:cs typeface="Trebuchet MS"/>
              </a:rPr>
              <a:t>Nadu.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8046" y="904493"/>
            <a:ext cx="146989" cy="1365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9067" y="1222374"/>
            <a:ext cx="154508" cy="11874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81025" y="968654"/>
            <a:ext cx="1821180" cy="375920"/>
            <a:chOff x="581025" y="968654"/>
            <a:chExt cx="1821180" cy="37592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556" y="1166863"/>
              <a:ext cx="183895" cy="1746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1801" y="1166863"/>
              <a:ext cx="168744" cy="1746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480" y="1166863"/>
              <a:ext cx="292011" cy="1746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1460" y="1109306"/>
              <a:ext cx="182003" cy="23219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36090" y="1109217"/>
              <a:ext cx="228600" cy="232410"/>
            </a:xfrm>
            <a:custGeom>
              <a:avLst/>
              <a:gdLst/>
              <a:ahLst/>
              <a:cxnLst/>
              <a:rect l="l" t="t" r="r" b="b"/>
              <a:pathLst>
                <a:path w="228600" h="232409">
                  <a:moveTo>
                    <a:pt x="154432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101600"/>
                  </a:lnTo>
                  <a:lnTo>
                    <a:pt x="0" y="138430"/>
                  </a:lnTo>
                  <a:lnTo>
                    <a:pt x="0" y="232410"/>
                  </a:lnTo>
                  <a:lnTo>
                    <a:pt x="48895" y="232410"/>
                  </a:lnTo>
                  <a:lnTo>
                    <a:pt x="48895" y="138430"/>
                  </a:lnTo>
                  <a:lnTo>
                    <a:pt x="137795" y="138430"/>
                  </a:lnTo>
                  <a:lnTo>
                    <a:pt x="137795" y="101600"/>
                  </a:lnTo>
                  <a:lnTo>
                    <a:pt x="48895" y="101600"/>
                  </a:lnTo>
                  <a:lnTo>
                    <a:pt x="48895" y="36830"/>
                  </a:lnTo>
                  <a:lnTo>
                    <a:pt x="154432" y="36830"/>
                  </a:lnTo>
                  <a:lnTo>
                    <a:pt x="154432" y="0"/>
                  </a:lnTo>
                  <a:close/>
                </a:path>
                <a:path w="228600" h="232409">
                  <a:moveTo>
                    <a:pt x="228473" y="0"/>
                  </a:moveTo>
                  <a:lnTo>
                    <a:pt x="185166" y="0"/>
                  </a:lnTo>
                  <a:lnTo>
                    <a:pt x="180467" y="4826"/>
                  </a:lnTo>
                  <a:lnTo>
                    <a:pt x="180467" y="36957"/>
                  </a:lnTo>
                  <a:lnTo>
                    <a:pt x="223647" y="36957"/>
                  </a:lnTo>
                  <a:lnTo>
                    <a:pt x="228473" y="32258"/>
                  </a:lnTo>
                  <a:lnTo>
                    <a:pt x="228473" y="0"/>
                  </a:lnTo>
                  <a:close/>
                </a:path>
                <a:path w="228600" h="232409">
                  <a:moveTo>
                    <a:pt x="228523" y="65481"/>
                  </a:moveTo>
                  <a:lnTo>
                    <a:pt x="180467" y="65481"/>
                  </a:lnTo>
                  <a:lnTo>
                    <a:pt x="180467" y="232283"/>
                  </a:lnTo>
                  <a:lnTo>
                    <a:pt x="228523" y="232283"/>
                  </a:lnTo>
                  <a:lnTo>
                    <a:pt x="228523" y="65481"/>
                  </a:lnTo>
                  <a:close/>
                </a:path>
              </a:pathLst>
            </a:custGeom>
            <a:solidFill>
              <a:srgbClr val="EE41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304" y="968654"/>
              <a:ext cx="205003" cy="1429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81025" y="1083055"/>
              <a:ext cx="181610" cy="258445"/>
            </a:xfrm>
            <a:custGeom>
              <a:avLst/>
              <a:gdLst/>
              <a:ahLst/>
              <a:cxnLst/>
              <a:rect l="l" t="t" r="r" b="b"/>
              <a:pathLst>
                <a:path w="181609" h="258444">
                  <a:moveTo>
                    <a:pt x="107772" y="0"/>
                  </a:moveTo>
                  <a:lnTo>
                    <a:pt x="58178" y="12192"/>
                  </a:lnTo>
                  <a:lnTo>
                    <a:pt x="25412" y="41655"/>
                  </a:lnTo>
                  <a:lnTo>
                    <a:pt x="10325" y="78612"/>
                  </a:lnTo>
                  <a:lnTo>
                    <a:pt x="9867" y="84835"/>
                  </a:lnTo>
                  <a:lnTo>
                    <a:pt x="10515" y="96774"/>
                  </a:lnTo>
                  <a:lnTo>
                    <a:pt x="43141" y="137922"/>
                  </a:lnTo>
                  <a:lnTo>
                    <a:pt x="106108" y="164210"/>
                  </a:lnTo>
                  <a:lnTo>
                    <a:pt x="118668" y="171069"/>
                  </a:lnTo>
                  <a:lnTo>
                    <a:pt x="128485" y="180340"/>
                  </a:lnTo>
                  <a:lnTo>
                    <a:pt x="132448" y="193040"/>
                  </a:lnTo>
                  <a:lnTo>
                    <a:pt x="129705" y="203707"/>
                  </a:lnTo>
                  <a:lnTo>
                    <a:pt x="121856" y="212090"/>
                  </a:lnTo>
                  <a:lnTo>
                    <a:pt x="109461" y="217550"/>
                  </a:lnTo>
                  <a:lnTo>
                    <a:pt x="93090" y="219455"/>
                  </a:lnTo>
                  <a:lnTo>
                    <a:pt x="74383" y="217424"/>
                  </a:lnTo>
                  <a:lnTo>
                    <a:pt x="56387" y="211835"/>
                  </a:lnTo>
                  <a:lnTo>
                    <a:pt x="40093" y="204088"/>
                  </a:lnTo>
                  <a:lnTo>
                    <a:pt x="26492" y="194945"/>
                  </a:lnTo>
                  <a:lnTo>
                    <a:pt x="0" y="226695"/>
                  </a:lnTo>
                  <a:lnTo>
                    <a:pt x="19913" y="240410"/>
                  </a:lnTo>
                  <a:lnTo>
                    <a:pt x="42570" y="250317"/>
                  </a:lnTo>
                  <a:lnTo>
                    <a:pt x="66941" y="256412"/>
                  </a:lnTo>
                  <a:lnTo>
                    <a:pt x="91935" y="258445"/>
                  </a:lnTo>
                  <a:lnTo>
                    <a:pt x="130175" y="252983"/>
                  </a:lnTo>
                  <a:lnTo>
                    <a:pt x="158191" y="238125"/>
                  </a:lnTo>
                  <a:lnTo>
                    <a:pt x="175412" y="216280"/>
                  </a:lnTo>
                  <a:lnTo>
                    <a:pt x="181279" y="189737"/>
                  </a:lnTo>
                  <a:lnTo>
                    <a:pt x="168249" y="154431"/>
                  </a:lnTo>
                  <a:lnTo>
                    <a:pt x="137198" y="132969"/>
                  </a:lnTo>
                  <a:lnTo>
                    <a:pt x="100114" y="118363"/>
                  </a:lnTo>
                  <a:lnTo>
                    <a:pt x="69062" y="104267"/>
                  </a:lnTo>
                  <a:lnTo>
                    <a:pt x="56032" y="83820"/>
                  </a:lnTo>
                  <a:lnTo>
                    <a:pt x="60134" y="70866"/>
                  </a:lnTo>
                  <a:lnTo>
                    <a:pt x="70396" y="62865"/>
                  </a:lnTo>
                  <a:lnTo>
                    <a:pt x="83756" y="58674"/>
                  </a:lnTo>
                  <a:lnTo>
                    <a:pt x="97116" y="57403"/>
                  </a:lnTo>
                  <a:lnTo>
                    <a:pt x="112204" y="58547"/>
                  </a:lnTo>
                  <a:lnTo>
                    <a:pt x="127063" y="61975"/>
                  </a:lnTo>
                  <a:lnTo>
                    <a:pt x="141147" y="67818"/>
                  </a:lnTo>
                  <a:lnTo>
                    <a:pt x="153936" y="75946"/>
                  </a:lnTo>
                  <a:lnTo>
                    <a:pt x="153936" y="7493"/>
                  </a:lnTo>
                  <a:lnTo>
                    <a:pt x="149199" y="5715"/>
                  </a:lnTo>
                  <a:lnTo>
                    <a:pt x="139738" y="4191"/>
                  </a:lnTo>
                  <a:lnTo>
                    <a:pt x="130644" y="2285"/>
                  </a:lnTo>
                  <a:lnTo>
                    <a:pt x="123177" y="1143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16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00935" y="1307210"/>
              <a:ext cx="1270" cy="36830"/>
            </a:xfrm>
            <a:custGeom>
              <a:avLst/>
              <a:gdLst/>
              <a:ahLst/>
              <a:cxnLst/>
              <a:rect l="l" t="t" r="r" b="b"/>
              <a:pathLst>
                <a:path w="1269" h="36830">
                  <a:moveTo>
                    <a:pt x="1142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1142" y="36195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rgbClr val="EE41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2155" y="1175346"/>
              <a:ext cx="116546" cy="1690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27885" y="1130553"/>
              <a:ext cx="273050" cy="213995"/>
            </a:xfrm>
            <a:custGeom>
              <a:avLst/>
              <a:gdLst/>
              <a:ahLst/>
              <a:cxnLst/>
              <a:rect l="l" t="t" r="r" b="b"/>
              <a:pathLst>
                <a:path w="273050" h="213994">
                  <a:moveTo>
                    <a:pt x="226694" y="0"/>
                  </a:moveTo>
                  <a:lnTo>
                    <a:pt x="177672" y="0"/>
                  </a:lnTo>
                  <a:lnTo>
                    <a:pt x="177672" y="39243"/>
                  </a:lnTo>
                  <a:lnTo>
                    <a:pt x="81406" y="39243"/>
                  </a:lnTo>
                  <a:lnTo>
                    <a:pt x="52831" y="42418"/>
                  </a:lnTo>
                  <a:lnTo>
                    <a:pt x="29337" y="51943"/>
                  </a:lnTo>
                  <a:lnTo>
                    <a:pt x="13462" y="67690"/>
                  </a:lnTo>
                  <a:lnTo>
                    <a:pt x="7619" y="89280"/>
                  </a:lnTo>
                  <a:lnTo>
                    <a:pt x="22606" y="120269"/>
                  </a:lnTo>
                  <a:lnTo>
                    <a:pt x="55498" y="137032"/>
                  </a:lnTo>
                  <a:lnTo>
                    <a:pt x="88391" y="148589"/>
                  </a:lnTo>
                  <a:lnTo>
                    <a:pt x="103377" y="163575"/>
                  </a:lnTo>
                  <a:lnTo>
                    <a:pt x="101472" y="170560"/>
                  </a:lnTo>
                  <a:lnTo>
                    <a:pt x="96265" y="175768"/>
                  </a:lnTo>
                  <a:lnTo>
                    <a:pt x="87883" y="179070"/>
                  </a:lnTo>
                  <a:lnTo>
                    <a:pt x="76453" y="180212"/>
                  </a:lnTo>
                  <a:lnTo>
                    <a:pt x="61721" y="178943"/>
                  </a:lnTo>
                  <a:lnTo>
                    <a:pt x="47243" y="175386"/>
                  </a:lnTo>
                  <a:lnTo>
                    <a:pt x="33527" y="169545"/>
                  </a:lnTo>
                  <a:lnTo>
                    <a:pt x="21589" y="161925"/>
                  </a:lnTo>
                  <a:lnTo>
                    <a:pt x="0" y="189356"/>
                  </a:lnTo>
                  <a:lnTo>
                    <a:pt x="16509" y="200151"/>
                  </a:lnTo>
                  <a:lnTo>
                    <a:pt x="35306" y="207899"/>
                  </a:lnTo>
                  <a:lnTo>
                    <a:pt x="55371" y="212344"/>
                  </a:lnTo>
                  <a:lnTo>
                    <a:pt x="75691" y="213868"/>
                  </a:lnTo>
                  <a:lnTo>
                    <a:pt x="105790" y="209930"/>
                  </a:lnTo>
                  <a:lnTo>
                    <a:pt x="128777" y="199262"/>
                  </a:lnTo>
                  <a:lnTo>
                    <a:pt x="143509" y="183006"/>
                  </a:lnTo>
                  <a:lnTo>
                    <a:pt x="148716" y="162559"/>
                  </a:lnTo>
                  <a:lnTo>
                    <a:pt x="133731" y="131699"/>
                  </a:lnTo>
                  <a:lnTo>
                    <a:pt x="100837" y="115188"/>
                  </a:lnTo>
                  <a:lnTo>
                    <a:pt x="67944" y="103885"/>
                  </a:lnTo>
                  <a:lnTo>
                    <a:pt x="52958" y="88900"/>
                  </a:lnTo>
                  <a:lnTo>
                    <a:pt x="54863" y="82042"/>
                  </a:lnTo>
                  <a:lnTo>
                    <a:pt x="60197" y="76961"/>
                  </a:lnTo>
                  <a:lnTo>
                    <a:pt x="68706" y="73913"/>
                  </a:lnTo>
                  <a:lnTo>
                    <a:pt x="79882" y="72898"/>
                  </a:lnTo>
                  <a:lnTo>
                    <a:pt x="178562" y="72898"/>
                  </a:lnTo>
                  <a:lnTo>
                    <a:pt x="178688" y="151129"/>
                  </a:lnTo>
                  <a:lnTo>
                    <a:pt x="187451" y="184530"/>
                  </a:lnTo>
                  <a:lnTo>
                    <a:pt x="208660" y="203453"/>
                  </a:lnTo>
                  <a:lnTo>
                    <a:pt x="235076" y="211962"/>
                  </a:lnTo>
                  <a:lnTo>
                    <a:pt x="258825" y="213868"/>
                  </a:lnTo>
                  <a:lnTo>
                    <a:pt x="264921" y="213868"/>
                  </a:lnTo>
                  <a:lnTo>
                    <a:pt x="273050" y="212978"/>
                  </a:lnTo>
                  <a:lnTo>
                    <a:pt x="273050" y="176656"/>
                  </a:lnTo>
                  <a:lnTo>
                    <a:pt x="269620" y="177292"/>
                  </a:lnTo>
                  <a:lnTo>
                    <a:pt x="264921" y="177292"/>
                  </a:lnTo>
                  <a:lnTo>
                    <a:pt x="253364" y="176149"/>
                  </a:lnTo>
                  <a:lnTo>
                    <a:pt x="240919" y="171830"/>
                  </a:lnTo>
                  <a:lnTo>
                    <a:pt x="230885" y="162305"/>
                  </a:lnTo>
                  <a:lnTo>
                    <a:pt x="226694" y="145796"/>
                  </a:lnTo>
                  <a:lnTo>
                    <a:pt x="226694" y="72898"/>
                  </a:lnTo>
                  <a:lnTo>
                    <a:pt x="273050" y="72898"/>
                  </a:lnTo>
                  <a:lnTo>
                    <a:pt x="273050" y="39243"/>
                  </a:lnTo>
                  <a:lnTo>
                    <a:pt x="226694" y="39243"/>
                  </a:lnTo>
                  <a:lnTo>
                    <a:pt x="226694" y="0"/>
                  </a:lnTo>
                  <a:close/>
                </a:path>
              </a:pathLst>
            </a:custGeom>
            <a:solidFill>
              <a:srgbClr val="EE41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0" y="0"/>
            <a:ext cx="7559675" cy="366395"/>
            <a:chOff x="0" y="0"/>
            <a:chExt cx="7559675" cy="366395"/>
          </a:xfrm>
        </p:grpSpPr>
        <p:sp>
          <p:nvSpPr>
            <p:cNvPr id="24" name="object 24"/>
            <p:cNvSpPr/>
            <p:nvPr/>
          </p:nvSpPr>
          <p:spPr>
            <a:xfrm>
              <a:off x="5" y="0"/>
              <a:ext cx="7559675" cy="201930"/>
            </a:xfrm>
            <a:custGeom>
              <a:avLst/>
              <a:gdLst/>
              <a:ahLst/>
              <a:cxnLst/>
              <a:rect l="l" t="t" r="r" b="b"/>
              <a:pathLst>
                <a:path w="7559675" h="201930">
                  <a:moveTo>
                    <a:pt x="7559294" y="0"/>
                  </a:moveTo>
                  <a:lnTo>
                    <a:pt x="0" y="0"/>
                  </a:lnTo>
                  <a:lnTo>
                    <a:pt x="0" y="201422"/>
                  </a:lnTo>
                  <a:lnTo>
                    <a:pt x="7559294" y="201422"/>
                  </a:lnTo>
                  <a:lnTo>
                    <a:pt x="7559294" y="0"/>
                  </a:lnTo>
                  <a:close/>
                </a:path>
              </a:pathLst>
            </a:custGeom>
            <a:solidFill>
              <a:srgbClr val="16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0"/>
              <a:ext cx="3780154" cy="366395"/>
            </a:xfrm>
            <a:custGeom>
              <a:avLst/>
              <a:gdLst/>
              <a:ahLst/>
              <a:cxnLst/>
              <a:rect l="l" t="t" r="r" b="b"/>
              <a:pathLst>
                <a:path w="3780154" h="366395">
                  <a:moveTo>
                    <a:pt x="3779647" y="0"/>
                  </a:moveTo>
                  <a:lnTo>
                    <a:pt x="0" y="0"/>
                  </a:lnTo>
                  <a:lnTo>
                    <a:pt x="0" y="366013"/>
                  </a:lnTo>
                  <a:lnTo>
                    <a:pt x="3413633" y="366013"/>
                  </a:lnTo>
                  <a:lnTo>
                    <a:pt x="3459607" y="363219"/>
                  </a:lnTo>
                  <a:lnTo>
                    <a:pt x="3503803" y="354837"/>
                  </a:lnTo>
                  <a:lnTo>
                    <a:pt x="3545966" y="341375"/>
                  </a:lnTo>
                  <a:lnTo>
                    <a:pt x="3585717" y="323087"/>
                  </a:lnTo>
                  <a:lnTo>
                    <a:pt x="3622802" y="300481"/>
                  </a:lnTo>
                  <a:lnTo>
                    <a:pt x="3656711" y="273684"/>
                  </a:lnTo>
                  <a:lnTo>
                    <a:pt x="3687317" y="243077"/>
                  </a:lnTo>
                  <a:lnTo>
                    <a:pt x="3714115" y="209168"/>
                  </a:lnTo>
                  <a:lnTo>
                    <a:pt x="3736848" y="172084"/>
                  </a:lnTo>
                  <a:lnTo>
                    <a:pt x="3755009" y="132333"/>
                  </a:lnTo>
                  <a:lnTo>
                    <a:pt x="3768471" y="90169"/>
                  </a:lnTo>
                  <a:lnTo>
                    <a:pt x="3776853" y="45974"/>
                  </a:lnTo>
                  <a:lnTo>
                    <a:pt x="3779647" y="0"/>
                  </a:lnTo>
                  <a:close/>
                </a:path>
              </a:pathLst>
            </a:custGeom>
            <a:solidFill>
              <a:srgbClr val="EE41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0" y="10325734"/>
            <a:ext cx="7559675" cy="366395"/>
            <a:chOff x="0" y="10325734"/>
            <a:chExt cx="7559675" cy="366395"/>
          </a:xfrm>
        </p:grpSpPr>
        <p:sp>
          <p:nvSpPr>
            <p:cNvPr id="27" name="object 27"/>
            <p:cNvSpPr/>
            <p:nvPr/>
          </p:nvSpPr>
          <p:spPr>
            <a:xfrm>
              <a:off x="0" y="10490343"/>
              <a:ext cx="7559675" cy="201930"/>
            </a:xfrm>
            <a:custGeom>
              <a:avLst/>
              <a:gdLst/>
              <a:ahLst/>
              <a:cxnLst/>
              <a:rect l="l" t="t" r="r" b="b"/>
              <a:pathLst>
                <a:path w="7559675" h="201929">
                  <a:moveTo>
                    <a:pt x="7559421" y="0"/>
                  </a:moveTo>
                  <a:lnTo>
                    <a:pt x="0" y="0"/>
                  </a:lnTo>
                  <a:lnTo>
                    <a:pt x="0" y="201421"/>
                  </a:lnTo>
                  <a:lnTo>
                    <a:pt x="7559421" y="201421"/>
                  </a:lnTo>
                  <a:lnTo>
                    <a:pt x="7559421" y="0"/>
                  </a:lnTo>
                  <a:close/>
                </a:path>
              </a:pathLst>
            </a:custGeom>
            <a:solidFill>
              <a:srgbClr val="16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09495" y="10325734"/>
              <a:ext cx="5250180" cy="366395"/>
            </a:xfrm>
            <a:custGeom>
              <a:avLst/>
              <a:gdLst/>
              <a:ahLst/>
              <a:cxnLst/>
              <a:rect l="l" t="t" r="r" b="b"/>
              <a:pathLst>
                <a:path w="5250180" h="366395">
                  <a:moveTo>
                    <a:pt x="5249926" y="0"/>
                  </a:moveTo>
                  <a:lnTo>
                    <a:pt x="366013" y="0"/>
                  </a:lnTo>
                  <a:lnTo>
                    <a:pt x="320167" y="2857"/>
                  </a:lnTo>
                  <a:lnTo>
                    <a:pt x="275844" y="11176"/>
                  </a:lnTo>
                  <a:lnTo>
                    <a:pt x="233680" y="24638"/>
                  </a:lnTo>
                  <a:lnTo>
                    <a:pt x="193929" y="42887"/>
                  </a:lnTo>
                  <a:lnTo>
                    <a:pt x="156972" y="65582"/>
                  </a:lnTo>
                  <a:lnTo>
                    <a:pt x="122936" y="92379"/>
                  </a:lnTo>
                  <a:lnTo>
                    <a:pt x="92329" y="122936"/>
                  </a:lnTo>
                  <a:lnTo>
                    <a:pt x="65659" y="156908"/>
                  </a:lnTo>
                  <a:lnTo>
                    <a:pt x="42925" y="193954"/>
                  </a:lnTo>
                  <a:lnTo>
                    <a:pt x="24637" y="233730"/>
                  </a:lnTo>
                  <a:lnTo>
                    <a:pt x="11175" y="275903"/>
                  </a:lnTo>
                  <a:lnTo>
                    <a:pt x="2921" y="320114"/>
                  </a:lnTo>
                  <a:lnTo>
                    <a:pt x="0" y="366026"/>
                  </a:lnTo>
                  <a:lnTo>
                    <a:pt x="5249926" y="366026"/>
                  </a:lnTo>
                  <a:lnTo>
                    <a:pt x="5249926" y="0"/>
                  </a:lnTo>
                  <a:close/>
                </a:path>
              </a:pathLst>
            </a:custGeom>
            <a:solidFill>
              <a:srgbClr val="EE41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0" y="1841499"/>
            <a:ext cx="7559675" cy="0"/>
          </a:xfrm>
          <a:custGeom>
            <a:avLst/>
            <a:gdLst/>
            <a:ahLst/>
            <a:cxnLst/>
            <a:rect l="l" t="t" r="r" b="b"/>
            <a:pathLst>
              <a:path w="7559675">
                <a:moveTo>
                  <a:pt x="0" y="0"/>
                </a:moveTo>
                <a:lnTo>
                  <a:pt x="7559421" y="0"/>
                </a:lnTo>
              </a:path>
            </a:pathLst>
          </a:custGeom>
          <a:ln w="12700">
            <a:solidFill>
              <a:srgbClr val="16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33620" y="920749"/>
            <a:ext cx="635" cy="764540"/>
          </a:xfrm>
          <a:custGeom>
            <a:avLst/>
            <a:gdLst/>
            <a:ahLst/>
            <a:cxnLst/>
            <a:rect l="l" t="t" r="r" b="b"/>
            <a:pathLst>
              <a:path w="635" h="764539">
                <a:moveTo>
                  <a:pt x="0" y="764412"/>
                </a:moveTo>
                <a:lnTo>
                  <a:pt x="126" y="0"/>
                </a:lnTo>
              </a:path>
            </a:pathLst>
          </a:custGeom>
          <a:ln w="12700">
            <a:solidFill>
              <a:srgbClr val="16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91100" y="1506219"/>
            <a:ext cx="131902" cy="134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497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173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Symbol</vt:lpstr>
      <vt:lpstr>Times New Roman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SF- erode office add letterhead</dc:title>
  <dc:creator>Nithish</dc:creator>
  <cp:lastModifiedBy>Prawin Kumar</cp:lastModifiedBy>
  <cp:revision>1</cp:revision>
  <dcterms:created xsi:type="dcterms:W3CDTF">2026-03-21T05:31:24Z</dcterms:created>
  <dcterms:modified xsi:type="dcterms:W3CDTF">2026-03-21T10:28:21Z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2026-03-21T00:00:00Z</vt:filetime>
  </property>
  <property fmtid="{D5CDD505-2E9C-101B-9397-08002B2CF9AE}" pid="5" name="Producer">
    <vt:lpwstr>Microsoft® Word 2021</vt:lpwstr>
  </property>
</Properties>
</file>